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6" r:id="rId4"/>
    <p:sldId id="258" r:id="rId5"/>
    <p:sldId id="259" r:id="rId6"/>
    <p:sldId id="257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8" autoAdjust="0"/>
    <p:restoredTop sz="94660"/>
  </p:normalViewPr>
  <p:slideViewPr>
    <p:cSldViewPr snapToGrid="0">
      <p:cViewPr>
        <p:scale>
          <a:sx n="190" d="100"/>
          <a:sy n="190" d="100"/>
        </p:scale>
        <p:origin x="-2608" y="-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1962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82038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676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6469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6743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513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2704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91360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3763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9765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5034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FCFE5-0BBB-4F7A-8219-CC079D0D909E}" type="datetimeFigureOut">
              <a:rPr lang="fr-CH" smtClean="0"/>
              <a:t>04.06.23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642B8-0E8E-42A3-B410-0C875983BAA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1658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243000"/>
              </p:ext>
            </p:extLst>
          </p:nvPr>
        </p:nvGraphicFramePr>
        <p:xfrm>
          <a:off x="2206625" y="1624965"/>
          <a:ext cx="7782663" cy="3861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6406094" imgH="3178136" progId="Prism9.Document">
                  <p:embed/>
                </p:oleObj>
              </mc:Choice>
              <mc:Fallback>
                <p:oleObj name="Prism 9" r:id="rId2" imgW="6406094" imgH="3178136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6625" y="1624965"/>
                        <a:ext cx="7782663" cy="3861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06625" y="644183"/>
            <a:ext cx="763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Direct binding of AZDye488-labelled chemokine to Nluc-ACKR1 WT vs G42D</a:t>
            </a:r>
          </a:p>
        </p:txBody>
      </p:sp>
    </p:spTree>
    <p:extLst>
      <p:ext uri="{BB962C8B-B14F-4D97-AF65-F5344CB8AC3E}">
        <p14:creationId xmlns:p14="http://schemas.microsoft.com/office/powerpoint/2010/main" val="3931794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06487"/>
              </p:ext>
            </p:extLst>
          </p:nvPr>
        </p:nvGraphicFramePr>
        <p:xfrm>
          <a:off x="452438" y="1820863"/>
          <a:ext cx="11409362" cy="331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7004378" imgH="2033983" progId="Prism9.Document">
                  <p:embed/>
                </p:oleObj>
              </mc:Choice>
              <mc:Fallback>
                <p:oleObj name="Prism 9" r:id="rId2" imgW="7004378" imgH="2033983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2438" y="1820863"/>
                        <a:ext cx="11409362" cy="331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0236" y="659423"/>
            <a:ext cx="11248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Binding competition between chemokine-AzDye488 and a set of unlabelled chemokines on Nluc-ACKR1 WT vs G42D</a:t>
            </a:r>
          </a:p>
        </p:txBody>
      </p:sp>
    </p:spTree>
    <p:extLst>
      <p:ext uri="{BB962C8B-B14F-4D97-AF65-F5344CB8AC3E}">
        <p14:creationId xmlns:p14="http://schemas.microsoft.com/office/powerpoint/2010/main" val="423418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956569"/>
              </p:ext>
            </p:extLst>
          </p:nvPr>
        </p:nvGraphicFramePr>
        <p:xfrm>
          <a:off x="1647143" y="1092155"/>
          <a:ext cx="4619625" cy="295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4619461" imgH="2954704" progId="Prism9.Document">
                  <p:embed/>
                </p:oleObj>
              </mc:Choice>
              <mc:Fallback>
                <p:oleObj name="Prism 9" r:id="rId2" imgW="4619461" imgH="2954704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47143" y="1092155"/>
                        <a:ext cx="4619625" cy="295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751113"/>
              </p:ext>
            </p:extLst>
          </p:nvPr>
        </p:nvGraphicFramePr>
        <p:xfrm>
          <a:off x="7035571" y="1092155"/>
          <a:ext cx="4619625" cy="295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4" imgW="4619461" imgH="2954704" progId="Prism9.Document">
                  <p:embed/>
                </p:oleObj>
              </mc:Choice>
              <mc:Fallback>
                <p:oleObj name="Prism 9" r:id="rId4" imgW="4619461" imgH="2954704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35571" y="1092155"/>
                        <a:ext cx="4619625" cy="2954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624742"/>
              </p:ext>
            </p:extLst>
          </p:nvPr>
        </p:nvGraphicFramePr>
        <p:xfrm>
          <a:off x="1729693" y="3910467"/>
          <a:ext cx="4537075" cy="295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6" imgW="4536990" imgH="2954704" progId="Prism9.Document">
                  <p:embed/>
                </p:oleObj>
              </mc:Choice>
              <mc:Fallback>
                <p:oleObj name="Prism 9" r:id="rId6" imgW="4536990" imgH="2954704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29693" y="3910467"/>
                        <a:ext cx="4537075" cy="295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054217"/>
              </p:ext>
            </p:extLst>
          </p:nvPr>
        </p:nvGraphicFramePr>
        <p:xfrm>
          <a:off x="7035571" y="3910467"/>
          <a:ext cx="4537075" cy="295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8" imgW="4536990" imgH="2954704" progId="Prism9.Document">
                  <p:embed/>
                </p:oleObj>
              </mc:Choice>
              <mc:Fallback>
                <p:oleObj name="Prism 9" r:id="rId8" imgW="4536990" imgH="2954704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35571" y="3910467"/>
                        <a:ext cx="4537075" cy="295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67377" y="166172"/>
            <a:ext cx="104227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ACKR1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1258" y="1949252"/>
            <a:ext cx="57082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CC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1567" y="4742596"/>
            <a:ext cx="810513" cy="4085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CXC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93722" y="522964"/>
            <a:ext cx="91063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CCL2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53402" y="503708"/>
            <a:ext cx="116971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CXCL1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83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033765"/>
              </p:ext>
            </p:extLst>
          </p:nvPr>
        </p:nvGraphicFramePr>
        <p:xfrm>
          <a:off x="2919865" y="1186773"/>
          <a:ext cx="6276975" cy="449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4857150" imgH="3476207" progId="Prism9.Document">
                  <p:embed/>
                </p:oleObj>
              </mc:Choice>
              <mc:Fallback>
                <p:oleObj name="Prism 9" r:id="rId2" imgW="4857150" imgH="3476207" progId="Prism9.Document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19865" y="1186773"/>
                        <a:ext cx="6276975" cy="4494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67377" y="166172"/>
            <a:ext cx="178446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ACKR1-CCL2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58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67377" y="166172"/>
            <a:ext cx="195598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ACKR1-CXCL1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819240"/>
              </p:ext>
            </p:extLst>
          </p:nvPr>
        </p:nvGraphicFramePr>
        <p:xfrm>
          <a:off x="2941409" y="1178830"/>
          <a:ext cx="62992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4875517" imgH="3654483" progId="Prism9.Document">
                  <p:embed/>
                </p:oleObj>
              </mc:Choice>
              <mc:Fallback>
                <p:oleObj name="Prism 9" r:id="rId2" imgW="4875517" imgH="3654483" progId="Prism9.Document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1409" y="1178830"/>
                        <a:ext cx="6299200" cy="472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6022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67377" y="166172"/>
            <a:ext cx="179728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ACKR1-G42D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312605"/>
              </p:ext>
            </p:extLst>
          </p:nvPr>
        </p:nvGraphicFramePr>
        <p:xfrm>
          <a:off x="1913165" y="993003"/>
          <a:ext cx="4546600" cy="295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4546353" imgH="2954704" progId="Prism9.Document">
                  <p:embed/>
                </p:oleObj>
              </mc:Choice>
              <mc:Fallback>
                <p:oleObj name="Prism 9" r:id="rId2" imgW="4546353" imgH="2954704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13165" y="993003"/>
                        <a:ext cx="4546600" cy="295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398391"/>
              </p:ext>
            </p:extLst>
          </p:nvPr>
        </p:nvGraphicFramePr>
        <p:xfrm>
          <a:off x="7105651" y="993002"/>
          <a:ext cx="4546600" cy="295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4" imgW="4546353" imgH="2954704" progId="Prism9.Document">
                  <p:embed/>
                </p:oleObj>
              </mc:Choice>
              <mc:Fallback>
                <p:oleObj name="Prism 9" r:id="rId4" imgW="4546353" imgH="2954704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05651" y="993002"/>
                        <a:ext cx="4546600" cy="295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754931"/>
              </p:ext>
            </p:extLst>
          </p:nvPr>
        </p:nvGraphicFramePr>
        <p:xfrm>
          <a:off x="1913165" y="3878899"/>
          <a:ext cx="4464050" cy="295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6" imgW="4463882" imgH="2954704" progId="Prism9.Document">
                  <p:embed/>
                </p:oleObj>
              </mc:Choice>
              <mc:Fallback>
                <p:oleObj name="Prism 9" r:id="rId6" imgW="4463882" imgH="2954704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13165" y="3878899"/>
                        <a:ext cx="4464050" cy="295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309549"/>
              </p:ext>
            </p:extLst>
          </p:nvPr>
        </p:nvGraphicFramePr>
        <p:xfrm>
          <a:off x="7105651" y="3878898"/>
          <a:ext cx="4464050" cy="295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8" imgW="4463882" imgH="2954704" progId="Prism9.Document">
                  <p:embed/>
                </p:oleObj>
              </mc:Choice>
              <mc:Fallback>
                <p:oleObj name="Prism 9" r:id="rId8" imgW="4463882" imgH="2954704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05651" y="3878898"/>
                        <a:ext cx="4464050" cy="295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1258" y="1949252"/>
            <a:ext cx="57082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CC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1567" y="4742596"/>
            <a:ext cx="810513" cy="4085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CXC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93722" y="522964"/>
            <a:ext cx="91063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CCL2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53402" y="503708"/>
            <a:ext cx="116971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CXCL1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946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944579"/>
              </p:ext>
            </p:extLst>
          </p:nvPr>
        </p:nvGraphicFramePr>
        <p:xfrm>
          <a:off x="3030538" y="1071563"/>
          <a:ext cx="6053137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4683565" imgH="3654483" progId="Prism9.Document">
                  <p:embed/>
                </p:oleObj>
              </mc:Choice>
              <mc:Fallback>
                <p:oleObj name="Prism 9" r:id="rId2" imgW="4683565" imgH="3654483" progId="Prism9.Document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0538" y="1071563"/>
                        <a:ext cx="6053137" cy="472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67377" y="166172"/>
            <a:ext cx="253947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ACKR1-G42D-CCL2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03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058826"/>
              </p:ext>
            </p:extLst>
          </p:nvPr>
        </p:nvGraphicFramePr>
        <p:xfrm>
          <a:off x="3030538" y="1071563"/>
          <a:ext cx="6053137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4683565" imgH="3654483" progId="Prism9.Document">
                  <p:embed/>
                </p:oleObj>
              </mc:Choice>
              <mc:Fallback>
                <p:oleObj name="Prism 9" r:id="rId2" imgW="4683565" imgH="3654483" progId="Prism9.Document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0538" y="1071563"/>
                        <a:ext cx="6053137" cy="472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67377" y="166172"/>
            <a:ext cx="271099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ACKR1-G42D-CXCL1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201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84922" y="125844"/>
            <a:ext cx="179728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ACKR1-G42D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10627" y="144565"/>
            <a:ext cx="104227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ACKR1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022116"/>
              </p:ext>
            </p:extLst>
          </p:nvPr>
        </p:nvGraphicFramePr>
        <p:xfrm>
          <a:off x="6195335" y="622529"/>
          <a:ext cx="3584575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2" imgW="3622245" imgH="3156030" progId="Prism9.Document">
                  <p:embed/>
                </p:oleObj>
              </mc:Choice>
              <mc:Fallback>
                <p:oleObj name="Prism 9" r:id="rId2" imgW="3622245" imgH="3156030" progId="Prism9.Document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95335" y="622529"/>
                        <a:ext cx="3584575" cy="312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153177"/>
              </p:ext>
            </p:extLst>
          </p:nvPr>
        </p:nvGraphicFramePr>
        <p:xfrm>
          <a:off x="6195335" y="1724026"/>
          <a:ext cx="5165725" cy="511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4" imgW="5223048" imgH="5173253" progId="Prism9.Document">
                  <p:embed/>
                </p:oleObj>
              </mc:Choice>
              <mc:Fallback>
                <p:oleObj name="Prism 9" r:id="rId4" imgW="5223048" imgH="5173253" progId="Prism9.Document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95335" y="1724026"/>
                        <a:ext cx="5165725" cy="5116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847776"/>
              </p:ext>
            </p:extLst>
          </p:nvPr>
        </p:nvGraphicFramePr>
        <p:xfrm>
          <a:off x="1930627" y="3716338"/>
          <a:ext cx="3586162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6" imgW="3622245" imgH="3156030" progId="Prism9.Document">
                  <p:embed/>
                </p:oleObj>
              </mc:Choice>
              <mc:Fallback>
                <p:oleObj name="Prism 9" r:id="rId6" imgW="3622245" imgH="3156030" progId="Prism9.Document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30627" y="3716338"/>
                        <a:ext cx="3586162" cy="312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5389" y="1782931"/>
            <a:ext cx="84189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CCL2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5388" y="4877393"/>
            <a:ext cx="10134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CXCL1</a:t>
            </a:r>
            <a:endParaRPr lang="fr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402495"/>
              </p:ext>
            </p:extLst>
          </p:nvPr>
        </p:nvGraphicFramePr>
        <p:xfrm>
          <a:off x="1845648" y="622529"/>
          <a:ext cx="3622675" cy="315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8" imgW="3622245" imgH="3156030" progId="Prism9.Document">
                  <p:embed/>
                </p:oleObj>
              </mc:Choice>
              <mc:Fallback>
                <p:oleObj name="Prism 9" r:id="rId8" imgW="3622245" imgH="3156030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45648" y="622529"/>
                        <a:ext cx="3622675" cy="315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294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43</Words>
  <Application>Microsoft Macintosh PowerPoint</Application>
  <PresentationFormat>Widescreen</PresentationFormat>
  <Paragraphs>20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Prism 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Luxembourg Institute of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Martyna Szpakowska</dc:creator>
  <cp:lastModifiedBy>Kleist, Andrew B</cp:lastModifiedBy>
  <cp:revision>24</cp:revision>
  <dcterms:created xsi:type="dcterms:W3CDTF">2023-03-24T15:16:17Z</dcterms:created>
  <dcterms:modified xsi:type="dcterms:W3CDTF">2023-06-05T16:46:00Z</dcterms:modified>
</cp:coreProperties>
</file>