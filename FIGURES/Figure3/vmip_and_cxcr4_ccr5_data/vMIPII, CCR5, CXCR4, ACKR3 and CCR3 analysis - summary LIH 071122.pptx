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9" r:id="rId3"/>
    <p:sldId id="261" r:id="rId4"/>
    <p:sldId id="262" r:id="rId5"/>
    <p:sldId id="264" r:id="rId6"/>
    <p:sldId id="257" r:id="rId7"/>
    <p:sldId id="265" r:id="rId8"/>
    <p:sldId id="258" r:id="rId9"/>
    <p:sldId id="25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5048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0195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1998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80667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8336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08703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4928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4622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9317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580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062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194C5-C030-476F-9357-D946C4E0F026}" type="datetimeFigureOut">
              <a:rPr lang="fr-CH" smtClean="0"/>
              <a:t>14.12.22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C9D54-5865-4F4F-9641-44785731996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810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439" y="2338891"/>
            <a:ext cx="10515600" cy="1325563"/>
          </a:xfrm>
        </p:spPr>
        <p:txBody>
          <a:bodyPr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Mutant </a:t>
            </a:r>
            <a:r>
              <a:rPr lang="fr-FR" b="1" dirty="0" err="1">
                <a:latin typeface="Century Gothic" panose="020B0502020202020204" pitchFamily="34" charset="0"/>
              </a:rPr>
              <a:t>receptors</a:t>
            </a:r>
            <a:endParaRPr lang="fr-CH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456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5438" y="134679"/>
            <a:ext cx="8082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CCR5</a:t>
            </a:r>
          </a:p>
          <a:p>
            <a:endParaRPr lang="fr-FR" b="1" dirty="0">
              <a:latin typeface="Century Gothic" panose="020B0502020202020204" pitchFamily="34" charset="0"/>
            </a:endParaRPr>
          </a:p>
          <a:p>
            <a:endParaRPr lang="fr-CH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736644"/>
              </p:ext>
            </p:extLst>
          </p:nvPr>
        </p:nvGraphicFramePr>
        <p:xfrm>
          <a:off x="2573338" y="842963"/>
          <a:ext cx="7024687" cy="574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Prism 9" r:id="rId3" imgW="7024169" imgH="5741720" progId="Prism9.Document">
                  <p:embed/>
                </p:oleObj>
              </mc:Choice>
              <mc:Fallback>
                <p:oleObj name="Prism 9" r:id="rId3" imgW="7024169" imgH="5741720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3338" y="842963"/>
                        <a:ext cx="7024687" cy="5741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0356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2311" y="88286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CXCR4</a:t>
            </a:r>
            <a:endParaRPr lang="fr-CH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613720"/>
              </p:ext>
            </p:extLst>
          </p:nvPr>
        </p:nvGraphicFramePr>
        <p:xfrm>
          <a:off x="1279879" y="1237673"/>
          <a:ext cx="4123393" cy="3493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Prism 9" r:id="rId3" imgW="3983821" imgH="3375724" progId="Prism9.Document">
                  <p:embed/>
                </p:oleObj>
              </mc:Choice>
              <mc:Fallback>
                <p:oleObj name="Prism 9" r:id="rId3" imgW="3983821" imgH="337572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9879" y="1237673"/>
                        <a:ext cx="4123393" cy="3493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136897"/>
              </p:ext>
            </p:extLst>
          </p:nvPr>
        </p:nvGraphicFramePr>
        <p:xfrm>
          <a:off x="6581775" y="1520825"/>
          <a:ext cx="4433888" cy="365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" name="Prism 9" r:id="rId5" imgW="4132817" imgH="3405087" progId="Prism9.Document">
                  <p:embed/>
                </p:oleObj>
              </mc:Choice>
              <mc:Fallback>
                <p:oleObj name="Prism 9" r:id="rId5" imgW="4132817" imgH="3405087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81775" y="1520825"/>
                        <a:ext cx="4433888" cy="365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6185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5438" y="134679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ACKR3</a:t>
            </a:r>
            <a:endParaRPr lang="fr-CH" b="1" dirty="0"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3532" y="1379899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CXCL12</a:t>
            </a:r>
            <a:endParaRPr lang="fr-CH" b="1" dirty="0">
              <a:latin typeface="Century Gothic" panose="020B0502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65495" y="453755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vCCL2</a:t>
            </a:r>
            <a:endParaRPr lang="fr-CH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154673"/>
              </p:ext>
            </p:extLst>
          </p:nvPr>
        </p:nvGraphicFramePr>
        <p:xfrm>
          <a:off x="3937481" y="266294"/>
          <a:ext cx="3838575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Prism 9" r:id="rId3" imgW="3839047" imgH="3174398" progId="Prism9.Document">
                  <p:embed/>
                </p:oleObj>
              </mc:Choice>
              <mc:Fallback>
                <p:oleObj name="Prism 9" r:id="rId3" imgW="3839047" imgH="3174398" progId="Prism9.Document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37481" y="266294"/>
                        <a:ext cx="3838575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759603"/>
              </p:ext>
            </p:extLst>
          </p:nvPr>
        </p:nvGraphicFramePr>
        <p:xfrm>
          <a:off x="3894950" y="3604917"/>
          <a:ext cx="3838575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Prism 9" r:id="rId5" imgW="3839047" imgH="3174398" progId="Prism9.Document">
                  <p:embed/>
                </p:oleObj>
              </mc:Choice>
              <mc:Fallback>
                <p:oleObj name="Prism 9" r:id="rId5" imgW="3839047" imgH="3174398" progId="Prism9.Document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94950" y="3604917"/>
                        <a:ext cx="3838575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191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439" y="2338891"/>
            <a:ext cx="10515600" cy="1325563"/>
          </a:xfrm>
        </p:spPr>
        <p:txBody>
          <a:bodyPr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Mutant vCCL2</a:t>
            </a:r>
            <a:endParaRPr lang="fr-CH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036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546733"/>
              </p:ext>
            </p:extLst>
          </p:nvPr>
        </p:nvGraphicFramePr>
        <p:xfrm>
          <a:off x="446366" y="2035903"/>
          <a:ext cx="5440363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" name="Prism 9" r:id="rId3" imgW="5439850" imgH="3174398" progId="Prism9.Document">
                  <p:embed/>
                </p:oleObj>
              </mc:Choice>
              <mc:Fallback>
                <p:oleObj name="Prism 9" r:id="rId3" imgW="5439850" imgH="3174398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6366" y="2035903"/>
                        <a:ext cx="5440363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wn Arrow 2"/>
          <p:cNvSpPr/>
          <p:nvPr/>
        </p:nvSpPr>
        <p:spPr>
          <a:xfrm>
            <a:off x="3333989" y="2872622"/>
            <a:ext cx="262054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TextBox 7"/>
          <p:cNvSpPr txBox="1"/>
          <p:nvPr/>
        </p:nvSpPr>
        <p:spPr>
          <a:xfrm>
            <a:off x="175438" y="134679"/>
            <a:ext cx="8082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CCR5</a:t>
            </a:r>
          </a:p>
          <a:p>
            <a:endParaRPr lang="fr-FR" b="1" dirty="0">
              <a:latin typeface="Century Gothic" panose="020B0502020202020204" pitchFamily="34" charset="0"/>
            </a:endParaRPr>
          </a:p>
          <a:p>
            <a:endParaRPr lang="fr-CH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566064"/>
              </p:ext>
            </p:extLst>
          </p:nvPr>
        </p:nvGraphicFramePr>
        <p:xfrm>
          <a:off x="6383305" y="2090033"/>
          <a:ext cx="5346700" cy="316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" name="Prism 9" r:id="rId5" imgW="5346575" imgH="3165034" progId="Prism9.Document">
                  <p:embed/>
                </p:oleObj>
              </mc:Choice>
              <mc:Fallback>
                <p:oleObj name="Prism 9" r:id="rId5" imgW="5346575" imgH="3165034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83305" y="2090033"/>
                        <a:ext cx="5346700" cy="316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2109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190755"/>
              </p:ext>
            </p:extLst>
          </p:nvPr>
        </p:nvGraphicFramePr>
        <p:xfrm>
          <a:off x="3619367" y="1813965"/>
          <a:ext cx="5426075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Prism 9" r:id="rId3" imgW="5425805" imgH="3174398" progId="Prism9.Document">
                  <p:embed/>
                </p:oleObj>
              </mc:Choice>
              <mc:Fallback>
                <p:oleObj name="Prism 9" r:id="rId3" imgW="5425805" imgH="3174398" progId="Prism9.Document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9367" y="1813965"/>
                        <a:ext cx="5426075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5438" y="134679"/>
            <a:ext cx="9653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CXCR4</a:t>
            </a:r>
          </a:p>
          <a:p>
            <a:endParaRPr lang="fr-FR" b="1" dirty="0">
              <a:latin typeface="Century Gothic" panose="020B0502020202020204" pitchFamily="34" charset="0"/>
            </a:endParaRPr>
          </a:p>
          <a:p>
            <a:endParaRPr lang="fr-CH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00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447301"/>
              </p:ext>
            </p:extLst>
          </p:nvPr>
        </p:nvGraphicFramePr>
        <p:xfrm>
          <a:off x="3370235" y="1922269"/>
          <a:ext cx="5046663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Prism 9" r:id="rId3" imgW="5046222" imgH="3174398" progId="Prism9.Document">
                  <p:embed/>
                </p:oleObj>
              </mc:Choice>
              <mc:Fallback>
                <p:oleObj name="Prism 9" r:id="rId3" imgW="5046222" imgH="3174398" progId="Prism9.Document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0235" y="1922269"/>
                        <a:ext cx="5046663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5438" y="134679"/>
            <a:ext cx="9428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ACKR3</a:t>
            </a:r>
          </a:p>
          <a:p>
            <a:endParaRPr lang="fr-FR" b="1" dirty="0">
              <a:latin typeface="Century Gothic" panose="020B0502020202020204" pitchFamily="34" charset="0"/>
            </a:endParaRPr>
          </a:p>
          <a:p>
            <a:endParaRPr lang="fr-CH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33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175702"/>
              </p:ext>
            </p:extLst>
          </p:nvPr>
        </p:nvGraphicFramePr>
        <p:xfrm>
          <a:off x="3560873" y="1946278"/>
          <a:ext cx="5346700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Prism 9" r:id="rId3" imgW="5346575" imgH="3174398" progId="Prism9.Document">
                  <p:embed/>
                </p:oleObj>
              </mc:Choice>
              <mc:Fallback>
                <p:oleObj name="Prism 9" r:id="rId3" imgW="5346575" imgH="3174398" progId="Prism9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0873" y="1946278"/>
                        <a:ext cx="5346700" cy="317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7056" y="380863"/>
            <a:ext cx="8082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CCR3</a:t>
            </a:r>
          </a:p>
          <a:p>
            <a:endParaRPr lang="fr-FR" b="1" dirty="0">
              <a:latin typeface="Century Gothic" panose="020B0502020202020204" pitchFamily="34" charset="0"/>
            </a:endParaRPr>
          </a:p>
          <a:p>
            <a:endParaRPr lang="fr-CH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7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10136</TotalTime>
  <Words>13</Words>
  <Application>Microsoft Macintosh PowerPoint</Application>
  <PresentationFormat>Widescreen</PresentationFormat>
  <Paragraphs>11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Office Theme</vt:lpstr>
      <vt:lpstr>Prism 9</vt:lpstr>
      <vt:lpstr>Mutant receptors</vt:lpstr>
      <vt:lpstr>PowerPoint Presentation</vt:lpstr>
      <vt:lpstr>PowerPoint Presentation</vt:lpstr>
      <vt:lpstr>PowerPoint Presentation</vt:lpstr>
      <vt:lpstr>Mutant vCCL2</vt:lpstr>
      <vt:lpstr>PowerPoint Presentation</vt:lpstr>
      <vt:lpstr>PowerPoint Presentation</vt:lpstr>
      <vt:lpstr>PowerPoint Presentation</vt:lpstr>
      <vt:lpstr>PowerPoint Presentation</vt:lpstr>
    </vt:vector>
  </TitlesOfParts>
  <Company>Luxembourg Institute of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Martyna Szpakowska</dc:creator>
  <cp:lastModifiedBy>Kleist, Andrew B</cp:lastModifiedBy>
  <cp:revision>53</cp:revision>
  <dcterms:created xsi:type="dcterms:W3CDTF">2022-10-05T13:18:20Z</dcterms:created>
  <dcterms:modified xsi:type="dcterms:W3CDTF">2022-12-15T21:49:32Z</dcterms:modified>
</cp:coreProperties>
</file>